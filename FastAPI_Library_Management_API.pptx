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5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ibre Baskerville" panose="020B0604020202020204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a backend API is useful: any frontend can plug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CORS middleware is also enabled so a browser frontend can call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right: request enters FastAPI, is validated by Pydantic, processed with a SQLAlchemy session, stored in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 image shows the actual rows currently in books.db.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Library Management API using FastAPI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2E414B-56AA-4244-9D1E-8B2E2F0B2F06}"/>
              </a:ext>
            </a:extLst>
          </p:cNvPr>
          <p:cNvSpPr txBox="1"/>
          <p:nvPr/>
        </p:nvSpPr>
        <p:spPr>
          <a:xfrm>
            <a:off x="3320716" y="4908884"/>
            <a:ext cx="591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Presented by :- Sakshi choudhari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371600"/>
            <a:ext cx="10515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Business Problem &amp; Objective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Tech Stack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Project Structure &amp; Architecture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Database Layer (SQLAlchemy model + SQLite)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Pydantic Schemas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API Endpoints (CRUD)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Core Logic: Create, Search, Update, Delete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Error Handling &amp; Key Features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Conclusion &amp; Future Enhancements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000" b="1"/>
              <a:t>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Business Problem &amp;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Libraries and small institutions still track books manually or in spreadsheets.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Searching, updating and removing records is slow and error-prone.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Different apps (web, mobile) need one shared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Build a REST API to manage a book collection.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Support full CRUD: add, view, search, update, delete.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Prevent duplicate titles and return clear errors.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Persist data in SQLite so it survives restarts.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Web framework: routing, dependency injection, auto-generated /docs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SQLAlchemy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ORM: maps the Book class to the books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59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Lightweight file database (books.db), no server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747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23359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Request / response validation and typing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Project Structure &amp; Architecture</a:t>
            </a:r>
          </a:p>
        </p:txBody>
      </p:sp>
      <p:pic>
        <p:nvPicPr>
          <p:cNvPr id="3" name="Picture 2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10058400" cy="37600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main.py – routes   |   models.py – DB table   |   schemas.py – validation   |   database.py – engine &amp;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Database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384048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212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# database.py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engine = create_engine(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'sqlite:///./books.db',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connect_args={'check_same_thread': False})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SessionLocal = sessionmaker(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autocommit=False, autoflush=False,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bind=engine)</a:t>
            </a:r>
          </a:p>
          <a:p>
            <a:pPr algn="l">
              <a:spcBef>
                <a:spcPts val="0"/>
              </a:spcBef>
            </a:pPr>
            <a:endParaRPr sz="1200" b="0">
              <a:solidFill>
                <a:srgbClr val="E6E6E6"/>
              </a:solidFill>
              <a:latin typeface="Courier New"/>
            </a:endParaRP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# models.py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class Book(Base):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__tablename__ = 'books'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id = Column(Integer, primary_key=True)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title = Column(String, nullable=False)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6E6E6"/>
                </a:solidFill>
                <a:latin typeface="Courier New"/>
              </a:rPr>
              <a:t>  author = Column(String, nullable=False)</a:t>
            </a:r>
          </a:p>
        </p:txBody>
      </p:sp>
      <p:pic>
        <p:nvPicPr>
          <p:cNvPr id="5" name="Picture 4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120640" cy="3484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4805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Tables are created at startup with Base.metadata.create_all()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Pydantic Schemas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BookCreate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title: str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author: str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Used for POST /books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BookUpdate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title: str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author: str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Used for PUT /books/{id}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55448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16459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BookResponse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10312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id: int, title, author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from_attributes=True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Converts ORM object to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</a:rPr>
              <a:t>Invalid or missing fields are rejected automatically with a 422 error before our code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API Endpoints (CRUD)</a:t>
            </a:r>
          </a:p>
        </p:txBody>
      </p:sp>
      <p:pic>
        <p:nvPicPr>
          <p:cNvPr id="3" name="Picture 2" descr="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80160"/>
            <a:ext cx="7680960" cy="36157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525780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FastAPI generates this interactive documentation automatically at /docs.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Core Logic: Create &amp; 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669280" cy="4023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394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@app.post('/books', status_code=201)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def add_book(book: BookCreate, db=Depends(get_db)):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existing = db.query(BookModel).filter(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   BookModel.title == book.title).first()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if existing: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  raise HTTPException(409, 'Book already exists')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db_book = BookModel(title=book.title,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                    author=book.author)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db.add(db_book); db.commit()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E6E6E6"/>
                </a:solidFill>
                <a:latin typeface="Courier New"/>
              </a:rPr>
              <a:t>  db.refresh(db_book)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14630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92024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Checks for a duplicate title, returns 409 if found, otherwise 201.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383280"/>
            <a:ext cx="4937760" cy="20116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34747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93192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GET /books?title=py&amp;author=abc uses ilike for case-insensitive partial matching.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Core Logic: Update &amp; Delete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PUT /books/{id}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93776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</a:rPr>
              <a:t>Finds the book by id, updates title and author, commits and returns the updated record.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DELETE /books/{id}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493776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</a:rPr>
              <a:t>Finds the book, deletes it, returns a success message.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10789920" cy="17373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84047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Not found? Clear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7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Missing id returns HTTP 404 with the message: Book with ID {id} not found.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Key Features &amp; Error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Created – new book saved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C00000"/>
                </a:solidFill>
              </a:rPr>
              <a:t>404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688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2626"/>
                </a:solidFill>
              </a:rPr>
              <a:t>Not Found – id does not exist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409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Conflict – duplicate title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46304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5544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C00000"/>
                </a:solidFill>
              </a:rPr>
              <a:t>422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4688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2626"/>
                </a:solidFill>
              </a:rPr>
              <a:t>Validation – bad request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• One DB session per request through get_db() and Depends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• CORS enabled for frontend integration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• Auto docs with Swagger UI at 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A working CRUD REST API with validation, search and duplicate protection.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62626"/>
                </a:solidFill>
              </a:rPr>
              <a:t>Clean separation: routes, models, schemas,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Pagination and sorting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User authentication (JWT)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Borrow / return tracking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Alembic migrations and unit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</p:spPr>
        <p:txBody>
          <a:bodyPr/>
          <a:lstStyle/>
          <a:p>
            <a:r>
              <a:rPr sz="3600" b="1">
                <a:solidFill>
                  <a:srgbClr val="C00000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</a:rPr>
              <a:t>Live demo: run  uvicorn main:app --reload  and open  /docs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Office PowerPoint</Application>
  <PresentationFormat>Widescreen</PresentationFormat>
  <Paragraphs>117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Libre Baskerville</vt:lpstr>
      <vt:lpstr>Courier New</vt:lpstr>
      <vt:lpstr>Arial</vt:lpstr>
      <vt:lpstr>Office Theme</vt:lpstr>
      <vt:lpstr>PowerPoint Presentation</vt:lpstr>
      <vt:lpstr>Agenda</vt:lpstr>
      <vt:lpstr>Business Problem &amp; Objective</vt:lpstr>
      <vt:lpstr>Tech Stack</vt:lpstr>
      <vt:lpstr>Project Structure &amp; Architecture</vt:lpstr>
      <vt:lpstr>Database Layer</vt:lpstr>
      <vt:lpstr>Pydantic Schemas</vt:lpstr>
      <vt:lpstr>API Endpoints (CRUD)</vt:lpstr>
      <vt:lpstr>Core Logic: Create &amp; Search</vt:lpstr>
      <vt:lpstr>Core Logic: Update &amp; Delete</vt:lpstr>
      <vt:lpstr>Key Features &amp; Error Handling</vt:lpstr>
      <vt:lpstr>Conclusion &amp; Future Enhancements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sakshi choudhari</cp:lastModifiedBy>
  <cp:revision>1</cp:revision>
  <dcterms:created xsi:type="dcterms:W3CDTF">2021-02-16T05:19:01Z</dcterms:created>
  <dcterms:modified xsi:type="dcterms:W3CDTF">2026-10-05T17:48:10Z</dcterms:modified>
</cp:coreProperties>
</file>